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FC4EA-E844-4419-9F5F-7F6A6CE27219}" v="12" dt="2025-12-10T11:48:23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우 한" userId="48b4db32f8b8bdcb" providerId="LiveId" clId="{5660E933-2BE6-4BE0-9481-31D8E4514311}"/>
    <pc:docChg chg="custSel modSld">
      <pc:chgData name="현우 한" userId="48b4db32f8b8bdcb" providerId="LiveId" clId="{5660E933-2BE6-4BE0-9481-31D8E4514311}" dt="2025-12-10T11:49:12.953" v="164" actId="20577"/>
      <pc:docMkLst>
        <pc:docMk/>
      </pc:docMkLst>
      <pc:sldChg chg="addSp modSp mod">
        <pc:chgData name="현우 한" userId="48b4db32f8b8bdcb" providerId="LiveId" clId="{5660E933-2BE6-4BE0-9481-31D8E4514311}" dt="2025-12-10T11:49:12.953" v="164" actId="20577"/>
        <pc:sldMkLst>
          <pc:docMk/>
          <pc:sldMk cId="2653789064" sldId="259"/>
        </pc:sldMkLst>
        <pc:graphicFrameChg chg="add mod modGraphic">
          <ac:chgData name="현우 한" userId="48b4db32f8b8bdcb" providerId="LiveId" clId="{5660E933-2BE6-4BE0-9481-31D8E4514311}" dt="2025-12-10T11:49:12.953" v="164" actId="20577"/>
          <ac:graphicFrameMkLst>
            <pc:docMk/>
            <pc:sldMk cId="2653789064" sldId="259"/>
            <ac:graphicFrameMk id="5" creationId="{60DDE1A8-0F64-AE65-A268-9C70C519031C}"/>
          </ac:graphicFrameMkLst>
        </pc:graphicFrameChg>
        <pc:picChg chg="add mod">
          <ac:chgData name="현우 한" userId="48b4db32f8b8bdcb" providerId="LiveId" clId="{5660E933-2BE6-4BE0-9481-31D8E4514311}" dt="2025-12-10T11:42:30.572" v="4" actId="1076"/>
          <ac:picMkLst>
            <pc:docMk/>
            <pc:sldMk cId="2653789064" sldId="259"/>
            <ac:picMk id="4" creationId="{407E8F0F-6A1D-3305-6F0D-0EC0AA31BF0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0AE815-6387-4298-935E-8E5D37D7FA65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729B32E-FA7A-4622-9120-72A010E61A5E}">
      <dgm:prSet/>
      <dgm:spPr/>
      <dgm:t>
        <a:bodyPr/>
        <a:lstStyle/>
        <a:p>
          <a:r>
            <a:rPr lang="ko-KR"/>
            <a:t>개발진척도</a:t>
          </a:r>
          <a:endParaRPr lang="en-US"/>
        </a:p>
      </dgm:t>
    </dgm:pt>
    <dgm:pt modelId="{039DF9DB-567A-48C3-BA7C-363153475D25}" type="parTrans" cxnId="{D9054CBF-6B13-48E9-AF66-DED8F3591270}">
      <dgm:prSet/>
      <dgm:spPr/>
      <dgm:t>
        <a:bodyPr/>
        <a:lstStyle/>
        <a:p>
          <a:endParaRPr lang="en-US"/>
        </a:p>
      </dgm:t>
    </dgm:pt>
    <dgm:pt modelId="{D630CB97-D8C7-454F-9D4B-0B8E6A4DF612}" type="sibTrans" cxnId="{D9054CBF-6B13-48E9-AF66-DED8F3591270}">
      <dgm:prSet/>
      <dgm:spPr/>
      <dgm:t>
        <a:bodyPr/>
        <a:lstStyle/>
        <a:p>
          <a:endParaRPr lang="en-US"/>
        </a:p>
      </dgm:t>
    </dgm:pt>
    <dgm:pt modelId="{349EA323-E823-4D63-A257-100FA9D8D165}">
      <dgm:prSet/>
      <dgm:spPr/>
      <dgm:t>
        <a:bodyPr/>
        <a:lstStyle/>
        <a:p>
          <a:r>
            <a:rPr lang="en-US"/>
            <a:t>Github commit </a:t>
          </a:r>
          <a:r>
            <a:rPr lang="ko-KR"/>
            <a:t>통계</a:t>
          </a:r>
          <a:r>
            <a:rPr lang="en-US"/>
            <a:t> </a:t>
          </a:r>
        </a:p>
      </dgm:t>
    </dgm:pt>
    <dgm:pt modelId="{8067B3CD-D834-48A1-BC5C-B2A987B51A91}" type="parTrans" cxnId="{D703CC35-F9BE-411F-B055-8732F40BD070}">
      <dgm:prSet/>
      <dgm:spPr/>
      <dgm:t>
        <a:bodyPr/>
        <a:lstStyle/>
        <a:p>
          <a:endParaRPr lang="en-US"/>
        </a:p>
      </dgm:t>
    </dgm:pt>
    <dgm:pt modelId="{D2E59274-9D2D-4FFB-8243-C60D434AFE4C}" type="sibTrans" cxnId="{D703CC35-F9BE-411F-B055-8732F40BD070}">
      <dgm:prSet/>
      <dgm:spPr/>
      <dgm:t>
        <a:bodyPr/>
        <a:lstStyle/>
        <a:p>
          <a:endParaRPr lang="en-US"/>
        </a:p>
      </dgm:t>
    </dgm:pt>
    <dgm:pt modelId="{73F10864-5E6F-4BE1-A8EE-55E4F170F47A}" type="pres">
      <dgm:prSet presAssocID="{860AE815-6387-4298-935E-8E5D37D7FA65}" presName="Name0" presStyleCnt="0">
        <dgm:presLayoutVars>
          <dgm:dir/>
          <dgm:animLvl val="lvl"/>
          <dgm:resizeHandles val="exact"/>
        </dgm:presLayoutVars>
      </dgm:prSet>
      <dgm:spPr/>
    </dgm:pt>
    <dgm:pt modelId="{006CE7CE-1DDA-4996-8E87-DFDB7D1CDB96}" type="pres">
      <dgm:prSet presAssocID="{4729B32E-FA7A-4622-9120-72A010E61A5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CB7E1001-2C06-4CFB-85A9-CEA2F381EF22}" type="pres">
      <dgm:prSet presAssocID="{D630CB97-D8C7-454F-9D4B-0B8E6A4DF612}" presName="parTxOnlySpace" presStyleCnt="0"/>
      <dgm:spPr/>
    </dgm:pt>
    <dgm:pt modelId="{22DC86C3-C1FC-42D2-B2C0-DEF9F101879E}" type="pres">
      <dgm:prSet presAssocID="{349EA323-E823-4D63-A257-100FA9D8D16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D703CC35-F9BE-411F-B055-8732F40BD070}" srcId="{860AE815-6387-4298-935E-8E5D37D7FA65}" destId="{349EA323-E823-4D63-A257-100FA9D8D165}" srcOrd="1" destOrd="0" parTransId="{8067B3CD-D834-48A1-BC5C-B2A987B51A91}" sibTransId="{D2E59274-9D2D-4FFB-8243-C60D434AFE4C}"/>
    <dgm:cxn modelId="{64F5A3A9-137D-425D-BB46-C8755017545D}" type="presOf" srcId="{4729B32E-FA7A-4622-9120-72A010E61A5E}" destId="{006CE7CE-1DDA-4996-8E87-DFDB7D1CDB96}" srcOrd="0" destOrd="0" presId="urn:microsoft.com/office/officeart/2005/8/layout/chevron1"/>
    <dgm:cxn modelId="{77F9D8AF-2BE6-489C-8334-DBEE1C09B80C}" type="presOf" srcId="{349EA323-E823-4D63-A257-100FA9D8D165}" destId="{22DC86C3-C1FC-42D2-B2C0-DEF9F101879E}" srcOrd="0" destOrd="0" presId="urn:microsoft.com/office/officeart/2005/8/layout/chevron1"/>
    <dgm:cxn modelId="{1440A9B9-ACC6-4EFB-BA9A-9CAA552620A1}" type="presOf" srcId="{860AE815-6387-4298-935E-8E5D37D7FA65}" destId="{73F10864-5E6F-4BE1-A8EE-55E4F170F47A}" srcOrd="0" destOrd="0" presId="urn:microsoft.com/office/officeart/2005/8/layout/chevron1"/>
    <dgm:cxn modelId="{D9054CBF-6B13-48E9-AF66-DED8F3591270}" srcId="{860AE815-6387-4298-935E-8E5D37D7FA65}" destId="{4729B32E-FA7A-4622-9120-72A010E61A5E}" srcOrd="0" destOrd="0" parTransId="{039DF9DB-567A-48C3-BA7C-363153475D25}" sibTransId="{D630CB97-D8C7-454F-9D4B-0B8E6A4DF612}"/>
    <dgm:cxn modelId="{2639CF6C-AECF-43B8-BFF8-7E55EF8E2A00}" type="presParOf" srcId="{73F10864-5E6F-4BE1-A8EE-55E4F170F47A}" destId="{006CE7CE-1DDA-4996-8E87-DFDB7D1CDB96}" srcOrd="0" destOrd="0" presId="urn:microsoft.com/office/officeart/2005/8/layout/chevron1"/>
    <dgm:cxn modelId="{368B6496-7462-4115-9C5E-3C66DD4E8997}" type="presParOf" srcId="{73F10864-5E6F-4BE1-A8EE-55E4F170F47A}" destId="{CB7E1001-2C06-4CFB-85A9-CEA2F381EF22}" srcOrd="1" destOrd="0" presId="urn:microsoft.com/office/officeart/2005/8/layout/chevron1"/>
    <dgm:cxn modelId="{AE0CFA35-37CC-411D-A069-D01A5C12C7A4}" type="presParOf" srcId="{73F10864-5E6F-4BE1-A8EE-55E4F170F47A}" destId="{22DC86C3-C1FC-42D2-B2C0-DEF9F101879E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CE7CE-1DDA-4996-8E87-DFDB7D1CDB96}">
      <dsp:nvSpPr>
        <dsp:cNvPr id="0" name=""/>
        <dsp:cNvSpPr/>
      </dsp:nvSpPr>
      <dsp:spPr>
        <a:xfrm>
          <a:off x="9123" y="540375"/>
          <a:ext cx="5453903" cy="218156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4200" kern="1200"/>
            <a:t>개발진척도</a:t>
          </a:r>
          <a:endParaRPr lang="en-US" sz="4200" kern="1200"/>
        </a:p>
      </dsp:txBody>
      <dsp:txXfrm>
        <a:off x="1099904" y="540375"/>
        <a:ext cx="3272342" cy="2181561"/>
      </dsp:txXfrm>
    </dsp:sp>
    <dsp:sp modelId="{22DC86C3-C1FC-42D2-B2C0-DEF9F101879E}">
      <dsp:nvSpPr>
        <dsp:cNvPr id="0" name=""/>
        <dsp:cNvSpPr/>
      </dsp:nvSpPr>
      <dsp:spPr>
        <a:xfrm>
          <a:off x="4917636" y="540375"/>
          <a:ext cx="5453903" cy="218156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Github commit </a:t>
          </a:r>
          <a:r>
            <a:rPr lang="ko-KR" sz="4200" kern="1200"/>
            <a:t>통계</a:t>
          </a:r>
          <a:r>
            <a:rPr lang="en-US" sz="4200" kern="1200"/>
            <a:t> </a:t>
          </a:r>
        </a:p>
      </dsp:txBody>
      <dsp:txXfrm>
        <a:off x="6008417" y="540375"/>
        <a:ext cx="3272342" cy="2181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67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4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74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5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41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6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3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41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spc="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7000"/>
        </a:lnSpc>
        <a:spcBef>
          <a:spcPts val="1000"/>
        </a:spcBef>
        <a:buFont typeface="Arial" panose="020B0604020202020204" pitchFamily="34" charset="0"/>
        <a:buNone/>
        <a:defRPr sz="2200" kern="1200" spc="1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2000" kern="1200" spc="1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800" kern="1200" spc="1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600" kern="1200" spc="1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600" kern="1200" spc="1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86230F49-7FFF-4471-8A64-33B1F4CF1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nt">
            <a:extLst>
              <a:ext uri="{FF2B5EF4-FFF2-40B4-BE49-F238E27FC236}">
                <a16:creationId xmlns:a16="http://schemas.microsoft.com/office/drawing/2014/main" id="{ABCED6B1-E99D-4963-BCB1-2C5FC2B7E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5742" y="-8300"/>
            <a:ext cx="5296257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4580597"/>
          </a:xfrm>
          <a:prstGeom prst="rect">
            <a:avLst/>
          </a:prstGeom>
          <a:ln>
            <a:noFill/>
          </a:ln>
          <a:effectLst>
            <a:outerShdw blurRad="596900" dist="381000" dir="8820000" sx="90000" sy="90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4190C9-4979-244C-E08B-8CC06EEA6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613" y="926047"/>
            <a:ext cx="5458051" cy="3331445"/>
          </a:xfrm>
        </p:spPr>
        <p:txBody>
          <a:bodyPr anchor="t">
            <a:normAutofit/>
          </a:bodyPr>
          <a:lstStyle/>
          <a:p>
            <a:r>
              <a:rPr lang="en-US" altLang="ko-KR" b="1" dirty="0"/>
              <a:t>2D </a:t>
            </a:r>
            <a:r>
              <a:rPr lang="ko-KR" altLang="en-US" b="1" dirty="0"/>
              <a:t>게임 프로그래밍 최종발표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7FFD8C-8D87-E658-7B59-5A5E015BD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499" y="4905318"/>
            <a:ext cx="5609447" cy="1148505"/>
          </a:xfrm>
        </p:spPr>
        <p:txBody>
          <a:bodyPr anchor="b">
            <a:normAutofit/>
          </a:bodyPr>
          <a:lstStyle/>
          <a:p>
            <a:r>
              <a:rPr lang="en-US" altLang="ko-KR" b="1" dirty="0"/>
              <a:t>2024182306 </a:t>
            </a:r>
            <a:r>
              <a:rPr lang="ko-KR" altLang="en-US" b="1" dirty="0"/>
              <a:t>한현우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04EE7-1810-ADF1-B2A9-49A0392C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8" r="24775" b="-1"/>
          <a:stretch>
            <a:fillRect/>
          </a:stretch>
        </p:blipFill>
        <p:spPr>
          <a:xfrm>
            <a:off x="6895742" y="-8302"/>
            <a:ext cx="5296257" cy="459719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297268-1B4B-4EAB-B8C5-91187E87F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9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B9A221-B33F-47C2-85FF-2C8F363D7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D0E0EF1-7626-4514-9337-271DD661B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F0B1492-9A00-4F80-8771-0BB2C2C43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AC7B62-8ACC-41ED-80AB-8D1CDF38B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5FF525-9A83-4625-99D9-B267BDE07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190500" dist="1270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E01BC-7406-4833-5818-69DA41261C24}"/>
              </a:ext>
            </a:extLst>
          </p:cNvPr>
          <p:cNvSpPr txBox="1"/>
          <p:nvPr/>
        </p:nvSpPr>
        <p:spPr>
          <a:xfrm>
            <a:off x="761801" y="858982"/>
            <a:ext cx="9589765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4400" b="1">
                <a:latin typeface="+mj-lt"/>
                <a:ea typeface="+mj-ea"/>
                <a:cs typeface="+mj-cs"/>
              </a:rPr>
              <a:t>목차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48ADE1C-C24A-4927-3A00-4FD71FEDD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655815"/>
              </p:ext>
            </p:extLst>
          </p:nvPr>
        </p:nvGraphicFramePr>
        <p:xfrm>
          <a:off x="762000" y="2749550"/>
          <a:ext cx="10380663" cy="3262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45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CD4DA4-DF49-07B2-5064-B06B95D8C25D}"/>
              </a:ext>
            </a:extLst>
          </p:cNvPr>
          <p:cNvSpPr txBox="1"/>
          <p:nvPr/>
        </p:nvSpPr>
        <p:spPr>
          <a:xfrm>
            <a:off x="426065" y="171818"/>
            <a:ext cx="5825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개발 진척도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E22C4B-C987-A878-1643-191F2B8FD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49358"/>
              </p:ext>
            </p:extLst>
          </p:nvPr>
        </p:nvGraphicFramePr>
        <p:xfrm>
          <a:off x="426065" y="879704"/>
          <a:ext cx="10546736" cy="5801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754">
                  <a:extLst>
                    <a:ext uri="{9D8B030D-6E8A-4147-A177-3AD203B41FA5}">
                      <a16:colId xmlns:a16="http://schemas.microsoft.com/office/drawing/2014/main" val="2181498524"/>
                    </a:ext>
                  </a:extLst>
                </a:gridCol>
                <a:gridCol w="3253715">
                  <a:extLst>
                    <a:ext uri="{9D8B030D-6E8A-4147-A177-3AD203B41FA5}">
                      <a16:colId xmlns:a16="http://schemas.microsoft.com/office/drawing/2014/main" val="3500145593"/>
                    </a:ext>
                  </a:extLst>
                </a:gridCol>
                <a:gridCol w="3307104">
                  <a:extLst>
                    <a:ext uri="{9D8B030D-6E8A-4147-A177-3AD203B41FA5}">
                      <a16:colId xmlns:a16="http://schemas.microsoft.com/office/drawing/2014/main" val="3880608134"/>
                    </a:ext>
                  </a:extLst>
                </a:gridCol>
                <a:gridCol w="1690163">
                  <a:extLst>
                    <a:ext uri="{9D8B030D-6E8A-4147-A177-3AD203B41FA5}">
                      <a16:colId xmlns:a16="http://schemas.microsoft.com/office/drawing/2014/main" val="3662928608"/>
                    </a:ext>
                  </a:extLst>
                </a:gridCol>
              </a:tblGrid>
              <a:tr h="411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324467"/>
                  </a:ext>
                </a:extLst>
              </a:tr>
              <a:tr h="3782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마을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던전</a:t>
                      </a:r>
                      <a:r>
                        <a:rPr lang="en-US" altLang="ko-KR" sz="1600" dirty="0"/>
                        <a:t>1,</a:t>
                      </a:r>
                      <a:r>
                        <a:rPr lang="ko-KR" altLang="en-US" sz="1600" dirty="0"/>
                        <a:t>던전</a:t>
                      </a:r>
                      <a:r>
                        <a:rPr lang="en-US" altLang="ko-KR" sz="1600" dirty="0"/>
                        <a:t>2,</a:t>
                      </a:r>
                      <a:r>
                        <a:rPr lang="ko-KR" altLang="en-US" sz="1600" dirty="0"/>
                        <a:t>던전</a:t>
                      </a: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모두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07859"/>
                  </a:ext>
                </a:extLst>
              </a:tr>
              <a:tr h="661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</a:t>
                      </a:r>
                      <a:r>
                        <a:rPr lang="ko-KR" altLang="en-US" sz="1600" dirty="0"/>
                        <a:t>방향이동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공격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키보드 </a:t>
                      </a:r>
                      <a:r>
                        <a:rPr lang="en-US" altLang="ko-KR" sz="1600" dirty="0" err="1"/>
                        <a:t>z,x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모두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271239"/>
                  </a:ext>
                </a:extLst>
              </a:tr>
              <a:tr h="689216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게임 코어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Player-</a:t>
                      </a:r>
                      <a:r>
                        <a:rPr lang="ko-KR" altLang="en-US" sz="1600" dirty="0"/>
                        <a:t>몬스터 충돌 구현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Player-map </a:t>
                      </a:r>
                      <a:r>
                        <a:rPr lang="ko-KR" altLang="en-US" sz="1600" dirty="0"/>
                        <a:t>충돌 구현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 err="1"/>
                        <a:t>Player,BossMonster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체력바</a:t>
                      </a:r>
                      <a:r>
                        <a:rPr lang="ko-KR" altLang="en-US" sz="1600" dirty="0"/>
                        <a:t> 기능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아이템 관리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업그레이드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Player-</a:t>
                      </a:r>
                      <a:r>
                        <a:rPr lang="ko-KR" altLang="en-US" sz="1600" dirty="0"/>
                        <a:t>몬스터 충돌 구현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Player-map </a:t>
                      </a:r>
                      <a:r>
                        <a:rPr lang="ko-KR" altLang="en-US" sz="1600" dirty="0"/>
                        <a:t>충돌 구현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 err="1"/>
                        <a:t>Player,BossMonster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체력바</a:t>
                      </a:r>
                      <a:r>
                        <a:rPr lang="ko-KR" altLang="en-US" sz="1600" dirty="0"/>
                        <a:t> 기능</a:t>
                      </a:r>
                      <a:endParaRPr lang="en-US" altLang="ko-KR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75%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894238"/>
                  </a:ext>
                </a:extLst>
              </a:tr>
              <a:tr h="1142155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Player,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monster(4</a:t>
                      </a:r>
                      <a:r>
                        <a:rPr lang="ko-KR" altLang="en-US" sz="1600" dirty="0"/>
                        <a:t>종류</a:t>
                      </a:r>
                      <a:r>
                        <a:rPr lang="en-US" altLang="ko-KR" sz="1600" dirty="0"/>
                        <a:t>),</a:t>
                      </a:r>
                    </a:p>
                    <a:p>
                      <a:pPr algn="ctr" latinLnBrk="1"/>
                      <a:r>
                        <a:rPr lang="en-US" altLang="ko-KR" sz="1600" dirty="0" err="1"/>
                        <a:t>BossMonster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아이템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Player,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monster(4</a:t>
                      </a:r>
                      <a:r>
                        <a:rPr lang="ko-KR" altLang="en-US" sz="1600" dirty="0"/>
                        <a:t>종류</a:t>
                      </a:r>
                      <a:r>
                        <a:rPr lang="en-US" altLang="ko-KR" sz="1600" dirty="0"/>
                        <a:t>),</a:t>
                      </a:r>
                    </a:p>
                    <a:p>
                      <a:pPr algn="ctr" latinLnBrk="1"/>
                      <a:r>
                        <a:rPr lang="en-US" altLang="ko-KR" sz="1600" dirty="0" err="1"/>
                        <a:t>BossMonster</a:t>
                      </a:r>
                      <a:endParaRPr lang="en-US" altLang="ko-KR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75%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67641"/>
                  </a:ext>
                </a:extLst>
              </a:tr>
              <a:tr h="661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사운드 및 </a:t>
                      </a:r>
                      <a:r>
                        <a:rPr lang="en-US" altLang="ko-KR" sz="1600" dirty="0"/>
                        <a:t>UI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사운드</a:t>
                      </a:r>
                      <a:r>
                        <a:rPr lang="en-US" altLang="ko-KR" sz="1600" dirty="0"/>
                        <a:t>(BGM, </a:t>
                      </a:r>
                      <a:r>
                        <a:rPr lang="ko-KR" altLang="en-US" sz="1600" dirty="0"/>
                        <a:t>공격 사운드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UI(</a:t>
                      </a:r>
                      <a:r>
                        <a:rPr lang="ko-KR" altLang="en-US" sz="1600" dirty="0"/>
                        <a:t>아이템 창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월드맵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709510"/>
                  </a:ext>
                </a:extLst>
              </a:tr>
              <a:tr h="661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player,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Monster(4</a:t>
                      </a:r>
                      <a:r>
                        <a:rPr lang="ko-KR" altLang="en-US" sz="1600" dirty="0"/>
                        <a:t>종류</a:t>
                      </a:r>
                      <a:r>
                        <a:rPr lang="en-US" altLang="ko-KR" sz="1600" dirty="0"/>
                        <a:t>),</a:t>
                      </a:r>
                    </a:p>
                    <a:p>
                      <a:pPr algn="ctr" latinLnBrk="1"/>
                      <a:r>
                        <a:rPr lang="en-US" altLang="ko-KR" sz="1600" dirty="0" err="1"/>
                        <a:t>BossMonster</a:t>
                      </a:r>
                      <a:r>
                        <a:rPr lang="en-US" altLang="ko-KR" sz="16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600" dirty="0"/>
                        <a:t>의 상태별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모두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3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63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DE05A1-293C-80A4-AC81-5E7B5A5457BE}"/>
              </a:ext>
            </a:extLst>
          </p:cNvPr>
          <p:cNvSpPr txBox="1"/>
          <p:nvPr/>
        </p:nvSpPr>
        <p:spPr>
          <a:xfrm>
            <a:off x="103239" y="132735"/>
            <a:ext cx="5014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GitHub commit </a:t>
            </a:r>
            <a:r>
              <a:rPr lang="ko-KR" altLang="en-US" sz="4000" b="1" dirty="0"/>
              <a:t>통계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7E8F0F-6A1D-3305-6F0D-0EC0AA31B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90" y="412037"/>
            <a:ext cx="6843252" cy="301696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DDE1A8-0F64-AE65-A268-9C70C5190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72260"/>
              </p:ext>
            </p:extLst>
          </p:nvPr>
        </p:nvGraphicFramePr>
        <p:xfrm>
          <a:off x="231058" y="840621"/>
          <a:ext cx="6007510" cy="6005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755">
                  <a:extLst>
                    <a:ext uri="{9D8B030D-6E8A-4147-A177-3AD203B41FA5}">
                      <a16:colId xmlns:a16="http://schemas.microsoft.com/office/drawing/2014/main" val="2890907308"/>
                    </a:ext>
                  </a:extLst>
                </a:gridCol>
                <a:gridCol w="3003755">
                  <a:extLst>
                    <a:ext uri="{9D8B030D-6E8A-4147-A177-3AD203B41FA5}">
                      <a16:colId xmlns:a16="http://schemas.microsoft.com/office/drawing/2014/main" val="2425796059"/>
                    </a:ext>
                  </a:extLst>
                </a:gridCol>
              </a:tblGrid>
              <a:tr h="4575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Commit </a:t>
                      </a:r>
                      <a:r>
                        <a:rPr lang="ko-KR" altLang="en-US" dirty="0"/>
                        <a:t>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474100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Week of 28 Sep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956918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Week of 12 Oct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844283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19 Oct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697183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26 Oct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66958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2 Nov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35562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9 Nov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25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90038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16 Nov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16935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23 Nov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2654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30 Nov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512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Week of 7 Dec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10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789064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196</Words>
  <Application>Microsoft Office PowerPoint</Application>
  <PresentationFormat>와이드스크린</PresentationFormat>
  <Paragraphs>82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Malgun Gothic</vt:lpstr>
      <vt:lpstr>Malgun Gothic Semilight</vt:lpstr>
      <vt:lpstr>Arial</vt:lpstr>
      <vt:lpstr>Bierstadt</vt:lpstr>
      <vt:lpstr>BevelVTI</vt:lpstr>
      <vt:lpstr>2D 게임 프로그래밍 최종발표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 한</dc:creator>
  <cp:lastModifiedBy>현우 한</cp:lastModifiedBy>
  <cp:revision>1</cp:revision>
  <dcterms:created xsi:type="dcterms:W3CDTF">2025-12-10T10:17:50Z</dcterms:created>
  <dcterms:modified xsi:type="dcterms:W3CDTF">2025-12-10T11:49:21Z</dcterms:modified>
</cp:coreProperties>
</file>