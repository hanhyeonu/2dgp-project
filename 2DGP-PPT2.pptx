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0BA99-C19C-4EC2-A880-DE5A13E43636}" v="35" dt="2025-10-01T11:50:16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224" autoAdjust="0"/>
  </p:normalViewPr>
  <p:slideViewPr>
    <p:cSldViewPr snapToGrid="0">
      <p:cViewPr varScale="1">
        <p:scale>
          <a:sx n="61" d="100"/>
          <a:sy n="61" d="100"/>
        </p:scale>
        <p:origin x="12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6F7FF-820D-3944-F773-864B454DC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96EE02-6B9E-A86F-F0A8-9608397DE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0D60A-83AF-7452-38E5-E317452D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A3C4E6-8F4C-CCB2-6760-E4DE1E4E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E0228-6A8B-E764-0932-39EEEB8A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1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60530-F070-69D9-58C9-FCD82E20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A311D-7B25-B525-CA00-447A70C8F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4DCA1F-94BE-7378-B1B3-14724C92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0668D-8E55-2D0A-7D57-F9077F0D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2FDED-CCEC-AF70-1156-1A785E36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7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9D0A1-41C8-4EF0-562E-8ED0EB5C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EE5033-40F8-FF7C-E80A-514A5E4FC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38A99-C785-B9C4-BE55-673BA38F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1C8C84-71B0-49AA-4752-E49CD4C7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11A9F-8DDD-5423-942F-3FD6950D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5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CB9A4-8DF0-8BEC-B2DF-ABB75BB2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A0508-8B74-4033-0225-2A354FC9D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65957-8857-7459-FA81-A6F686506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82FE04-9A1F-E29A-F278-D6BD84BF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64FCE9-E86C-7675-442E-FCFD996B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EDF694-0F5B-AED7-81F3-37D8B141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7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3A078-672D-5160-1D60-DE4DDA9F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A3F2-59CD-1116-5B4E-DE639C09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63522-761B-8DF3-C1BC-E9EFC77BF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5017C9-1C67-EAA9-D6F9-8B4B19796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A65031-B0B6-13A0-7CF4-84E69D95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B135C6-50EB-779A-DF8D-715906C7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BEE490-2A4A-8A91-A2BA-BF65A856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FF432-C948-14AD-831E-47A03945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899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6211B-2A87-64A4-A7AD-06370AF1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3D6D33-9AE1-D2AA-D2A2-258F7C75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124E20-FD87-D401-9209-34C13888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79BBFB-51C8-41C8-9082-60A3DE06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85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23CFEC-124F-117F-0382-27661635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F0A1EA-9C7A-F9F4-EA7C-E0953F24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4EAAD-ADE8-CBD6-265E-4040FA1B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2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FDA42-C531-20A2-AA27-6212B3E2E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E261C-E582-B64C-1D12-0FBED3DF3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AD6DFE-7F0A-C12E-4D48-F3CCC04C6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E63DD7-44C6-E0DF-1BB4-B9705D0D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A78B08-39E1-03C8-80DC-C4127156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BB60E2-600E-6E60-B1B9-D34349B3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55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503FB-3C3F-451B-295B-BED6450B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3771E5-72E2-C6AB-D0CB-191227E4C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7DA69-7EAD-4895-448D-B2EEB4EEE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C2F59A-C301-0F3C-AD01-F50D5545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50EE06-E5FF-7911-A3D0-C89BCA144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F4DBF5-92FD-CC41-5865-52FF7D4B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25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EA6E2-20BD-FF91-33E5-045B864C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D64F4E-3E0E-C911-BB6C-1DACE8F97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13D27-453F-2B32-9C6C-8CB31ACE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C581AF-295E-78D8-4142-4128817C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144304-6A75-F6EB-4198-8369F702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11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CFFDC3-A51D-02F5-E0C6-1013502DE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5C5217-3171-474F-018E-9EB88DFAD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76067-833E-EBE5-3CB8-AEB66372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E19C0-98E3-3674-82B6-20DD2114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60C0A3-96A0-67E6-0794-4842F793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93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BA88F6-3559-93B0-5FF4-6C39EEDE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58CF62-1038-56EE-7B94-785304BD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14D70-8607-0185-F269-18AE99A23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E55B9-919C-4E2C-9F20-91C241C13AF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63A14-16D3-E641-DF8A-AD0007356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126A7-91F5-0A9A-0A68-A9AA24874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E4E79-5E51-4509-A5E1-CA7939BD6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68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206EC8-1584-3BD3-80D5-4FBA897F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2D </a:t>
            </a:r>
            <a:r>
              <a:rPr lang="ko-KR" alt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게임 프로그래밍 </a:t>
            </a:r>
            <a:br>
              <a:rPr lang="en-US" altLang="ko-KR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ko-KR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차 발표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8AF9E-6109-F322-562D-2CD886D21767}"/>
              </a:ext>
            </a:extLst>
          </p:cNvPr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4000" dirty="0"/>
              <a:t>2024182036</a:t>
            </a:r>
          </a:p>
          <a:p>
            <a:pPr algn="ctr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4000" dirty="0"/>
              <a:t>한현우</a:t>
            </a:r>
          </a:p>
        </p:txBody>
      </p:sp>
    </p:spTree>
    <p:extLst>
      <p:ext uri="{BB962C8B-B14F-4D97-AF65-F5344CB8AC3E}">
        <p14:creationId xmlns:p14="http://schemas.microsoft.com/office/powerpoint/2010/main" val="1163309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FF3C52-9B7F-F6C2-C4DC-CB5041F9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ko-KR" altLang="en-US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BE41AE-DF45-7A61-4F62-B626A112B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개발 진행 상황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프로젝트 계획 수정 내용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 err="1"/>
              <a:t>커밋</a:t>
            </a:r>
            <a:r>
              <a:rPr lang="en-US" altLang="ko-KR" dirty="0"/>
              <a:t> </a:t>
            </a:r>
            <a:r>
              <a:rPr lang="ko-KR" altLang="en-US" dirty="0"/>
              <a:t>통계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033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4566A-5EF9-AA54-B33D-91409D4A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3606"/>
            <a:ext cx="7911662" cy="1325563"/>
          </a:xfrm>
        </p:spPr>
        <p:txBody>
          <a:bodyPr/>
          <a:lstStyle/>
          <a:p>
            <a:r>
              <a:rPr lang="ko-KR" altLang="en-US" b="1" dirty="0"/>
              <a:t>프로젝트 개발 진행 상황</a:t>
            </a:r>
            <a:endParaRPr lang="en-US" altLang="ko-KR" b="1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49BF0CD-77B4-A4BA-0AD7-7447A449D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991914"/>
              </p:ext>
            </p:extLst>
          </p:nvPr>
        </p:nvGraphicFramePr>
        <p:xfrm>
          <a:off x="838200" y="1465830"/>
          <a:ext cx="10315028" cy="5273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19171">
                  <a:extLst>
                    <a:ext uri="{9D8B030D-6E8A-4147-A177-3AD203B41FA5}">
                      <a16:colId xmlns:a16="http://schemas.microsoft.com/office/drawing/2014/main" val="1551997636"/>
                    </a:ext>
                  </a:extLst>
                </a:gridCol>
                <a:gridCol w="3438343">
                  <a:extLst>
                    <a:ext uri="{9D8B030D-6E8A-4147-A177-3AD203B41FA5}">
                      <a16:colId xmlns:a16="http://schemas.microsoft.com/office/drawing/2014/main" val="3878975194"/>
                    </a:ext>
                  </a:extLst>
                </a:gridCol>
                <a:gridCol w="3438343">
                  <a:extLst>
                    <a:ext uri="{9D8B030D-6E8A-4147-A177-3AD203B41FA5}">
                      <a16:colId xmlns:a16="http://schemas.microsoft.com/office/drawing/2014/main" val="1945362777"/>
                    </a:ext>
                  </a:extLst>
                </a:gridCol>
                <a:gridCol w="1719171">
                  <a:extLst>
                    <a:ext uri="{9D8B030D-6E8A-4147-A177-3AD203B41FA5}">
                      <a16:colId xmlns:a16="http://schemas.microsoft.com/office/drawing/2014/main" val="308132191"/>
                    </a:ext>
                  </a:extLst>
                </a:gridCol>
              </a:tblGrid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374384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게임 리소스 수집 및 맵 구성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011915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캐릭터 기본 이동 및 </a:t>
                      </a:r>
                      <a:endParaRPr lang="en-US" altLang="ko-KR" sz="16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애니메이션 구현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100%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569369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무기 별 공격 및 스킬 모션 구현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부분완료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칼의 스킬 구현 </a:t>
                      </a:r>
                      <a:r>
                        <a:rPr lang="en-US" altLang="ko-KR" sz="1600" dirty="0"/>
                        <a:t>X)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80%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065874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맵과</a:t>
                      </a:r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캐릭터의 충돌 처리 및 상호작용 구현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부분완료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 err="1"/>
                        <a:t>마을맵</a:t>
                      </a:r>
                      <a:r>
                        <a:rPr lang="ko-KR" altLang="en-US" sz="1600" dirty="0"/>
                        <a:t> 일부 구현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20%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586457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기본 </a:t>
                      </a:r>
                      <a:r>
                        <a:rPr lang="ko-KR" altLang="en-US" sz="1600" dirty="0" err="1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몬스터들의</a:t>
                      </a:r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움직임 구현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866092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보스 몬스터 공격패턴 및 움직임 구현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848787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몬스터와 사용자 캐릭터의 충돌처리 및 상호작용 구현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690082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아이템의 성능</a:t>
                      </a:r>
                      <a:r>
                        <a:rPr lang="en-US" altLang="ko-KR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몬스터의 난이도 수정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410235"/>
                  </a:ext>
                </a:extLst>
              </a:tr>
              <a:tr h="449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</a:t>
                      </a:r>
                      <a:r>
                        <a:rPr lang="ko-KR" altLang="en-US" sz="1600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최종 점검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5448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BA99AAD-7C24-84EB-A5C9-486ADD7FED2F}"/>
              </a:ext>
            </a:extLst>
          </p:cNvPr>
          <p:cNvSpPr txBox="1"/>
          <p:nvPr/>
        </p:nvSpPr>
        <p:spPr>
          <a:xfrm>
            <a:off x="9401503" y="832625"/>
            <a:ext cx="279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평균 진행률 </a:t>
            </a:r>
            <a:r>
              <a:rPr lang="en-US" altLang="ko-KR" dirty="0">
                <a:solidFill>
                  <a:srgbClr val="FF0000"/>
                </a:solidFill>
              </a:rPr>
              <a:t>: 75%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49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AB587-3262-B16B-ABDD-CF861311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11" y="0"/>
            <a:ext cx="6713483" cy="1325563"/>
          </a:xfrm>
        </p:spPr>
        <p:txBody>
          <a:bodyPr/>
          <a:lstStyle/>
          <a:p>
            <a:r>
              <a:rPr lang="ko-KR" altLang="en-US" b="1" dirty="0"/>
              <a:t>프로젝트 계획 수정 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E184A51-1A78-048C-82B3-5BDD72BE6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007875"/>
              </p:ext>
            </p:extLst>
          </p:nvPr>
        </p:nvGraphicFramePr>
        <p:xfrm>
          <a:off x="696311" y="1171755"/>
          <a:ext cx="7344103" cy="451449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55430">
                  <a:extLst>
                    <a:ext uri="{9D8B030D-6E8A-4147-A177-3AD203B41FA5}">
                      <a16:colId xmlns:a16="http://schemas.microsoft.com/office/drawing/2014/main" val="817062900"/>
                    </a:ext>
                  </a:extLst>
                </a:gridCol>
                <a:gridCol w="6188673">
                  <a:extLst>
                    <a:ext uri="{9D8B030D-6E8A-4147-A177-3AD203B41FA5}">
                      <a16:colId xmlns:a16="http://schemas.microsoft.com/office/drawing/2014/main" val="426452693"/>
                    </a:ext>
                  </a:extLst>
                </a:gridCol>
              </a:tblGrid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게임 리소스 수집 및 맵 구성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117991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2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캐릭터 기본 이동 및 애니메이션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601747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3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무기 별 공격 및 스킬 모션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122765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4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기본 </a:t>
                      </a:r>
                      <a:r>
                        <a:rPr lang="ko-KR" altLang="en-US" sz="1600" b="1" dirty="0" err="1">
                          <a:latin typeface="+mn-ea"/>
                          <a:ea typeface="+mn-ea"/>
                        </a:rPr>
                        <a:t>몬스터들의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 움직임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476176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5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보스 몬스터 공격패턴 및 움직임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014381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6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몬스터와 사용자 캐릭터의 충돌처리 및 상호작용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45142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7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latin typeface="+mn-ea"/>
                          <a:ea typeface="+mn-ea"/>
                        </a:rPr>
                        <a:t>맵과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UI </a:t>
                      </a: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18434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8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/>
                        <a:t>맵과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ko-KR" altLang="en-US" sz="1600" b="1" dirty="0" err="1"/>
                        <a:t>객체간의</a:t>
                      </a:r>
                      <a:r>
                        <a:rPr lang="ko-KR" altLang="en-US" sz="1600" b="1" dirty="0"/>
                        <a:t> 충돌처리 및 상호작용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120138"/>
                  </a:ext>
                </a:extLst>
              </a:tr>
              <a:tr h="501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9</a:t>
                      </a:r>
                      <a:r>
                        <a:rPr lang="ko-KR" altLang="en-US" sz="1600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최종 점검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126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5C488C-8B90-149C-FED8-81F9E5168B35}"/>
              </a:ext>
            </a:extLst>
          </p:cNvPr>
          <p:cNvSpPr txBox="1"/>
          <p:nvPr/>
        </p:nvSpPr>
        <p:spPr>
          <a:xfrm>
            <a:off x="8276897" y="1171755"/>
            <a:ext cx="3373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변경 사항 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4</a:t>
            </a:r>
            <a:r>
              <a:rPr lang="ko-KR" altLang="en-US" dirty="0"/>
              <a:t>주차 </a:t>
            </a:r>
            <a:r>
              <a:rPr lang="ko-KR" altLang="en-US" dirty="0" err="1"/>
              <a:t>맵과</a:t>
            </a:r>
            <a:r>
              <a:rPr lang="ko-KR" altLang="en-US" dirty="0"/>
              <a:t> 충돌</a:t>
            </a:r>
            <a:r>
              <a:rPr lang="en-US" altLang="ko-KR" dirty="0"/>
              <a:t>/</a:t>
            </a:r>
            <a:r>
              <a:rPr lang="ko-KR" altLang="en-US" dirty="0"/>
              <a:t>상호작용이</a:t>
            </a:r>
            <a:endParaRPr lang="en-US" altLang="ko-KR" dirty="0"/>
          </a:p>
          <a:p>
            <a:r>
              <a:rPr lang="ko-KR" altLang="en-US" dirty="0"/>
              <a:t>   </a:t>
            </a:r>
            <a:r>
              <a:rPr lang="en-US" altLang="ko-KR" dirty="0"/>
              <a:t>7,8</a:t>
            </a:r>
            <a:r>
              <a:rPr lang="ko-KR" altLang="en-US" dirty="0"/>
              <a:t>주차로 나뉘어짐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0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14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9CF5AE-89A3-DE71-F215-763120CF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 </a:t>
            </a:r>
            <a:r>
              <a:rPr lang="ko-KR" alt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커밋</a:t>
            </a:r>
            <a:r>
              <a:rPr lang="en-US" altLang="ko-KR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통계</a:t>
            </a:r>
          </a:p>
        </p:txBody>
      </p:sp>
      <p:pic>
        <p:nvPicPr>
          <p:cNvPr id="5" name="그림 4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F5A690-2D12-EA11-C4A5-D5583BBBA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1032354"/>
            <a:ext cx="7937565" cy="517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1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221</Words>
  <Application>Microsoft Office PowerPoint</Application>
  <PresentationFormat>와이드스크린</PresentationFormat>
  <Paragraphs>78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HY견고딕</vt:lpstr>
      <vt:lpstr>맑은 고딕</vt:lpstr>
      <vt:lpstr>Arial</vt:lpstr>
      <vt:lpstr>Calibri</vt:lpstr>
      <vt:lpstr>Office 테마</vt:lpstr>
      <vt:lpstr>2D 게임 프로그래밍  2차 발표</vt:lpstr>
      <vt:lpstr>목차</vt:lpstr>
      <vt:lpstr>프로젝트 개발 진행 상황</vt:lpstr>
      <vt:lpstr>프로젝트 계획 수정 내용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현우 한</dc:creator>
  <cp:lastModifiedBy>현우 한</cp:lastModifiedBy>
  <cp:revision>3</cp:revision>
  <dcterms:created xsi:type="dcterms:W3CDTF">2025-10-01T09:43:35Z</dcterms:created>
  <dcterms:modified xsi:type="dcterms:W3CDTF">2025-11-12T07:03:57Z</dcterms:modified>
</cp:coreProperties>
</file>